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7230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Intelligence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Growth Analytics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Retention &amp; RFM Segmentation Study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246120"/>
            <a:ext cx="3657600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290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Santhosh Akshit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CSE-AI | PBR VITS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 •  SQL  •  Power BI  •  PowerPoint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4206240"/>
            <a:ext cx="1920240" cy="5943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0" y="4206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96,478 Real Orders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Problem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</a:rPr>
              <a:t>Santhosh Akshit  |  June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NEVER return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their first purchase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05840" y="3291840"/>
            <a:ext cx="265176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4015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90,557 out of 93,358 unique customers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68680"/>
            <a:ext cx="109728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14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R$15.4M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46320" y="914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Generated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4356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value: R$159.86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0574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057400"/>
            <a:ext cx="109728" cy="10515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1031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846320" y="2103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Revenue per Repeat Buyer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6243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one-time buyers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2461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246120"/>
            <a:ext cx="109728" cy="10515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291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R$3.7M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846320" y="3291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8130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22,230 At-Risk customers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4805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is acquiring customers successfully — but failing to retain them. This is the single biggest growth opportunity.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Findings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</a:rPr>
              <a:t>Santhosh Akshit  |  June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41148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960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Crisis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2344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one-time buyers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3% of customers (2,801) make a repeat purchase. Yet these repeat buyers generate 2x more revenue per customer — making retention the #1 growth lever.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82296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822960"/>
            <a:ext cx="4114800" cy="7315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9601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94960" y="960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Under-Promise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94960" y="12344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91.9% delivered early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5544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arrive 13.7 days before estimated date on average. While operationally impressive, this is a missed customer delight opportunity — proactive early delivery notifications are absent.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26080"/>
            <a:ext cx="411480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63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60120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Revenue Alert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3375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R$3.7M at risk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6576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22,230 customers contributing 24.1% of total revenue haven't purchased in 395 days on average. Without intervention, this segment will become Lost — permanently.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92608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926080"/>
            <a:ext cx="411480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063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94960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Outperform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33375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R$312 avg spend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6576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(6,493 customers) spend 2.3x more than average per order. They represent only 7% of customers but are the highest-value segment to protect and grow.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RFM Segment Priority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</a:rPr>
              <a:t>Santhosh Akshit  |  June 2026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569346"/>
              </p:ext>
            </p:extLst>
          </p:nvPr>
        </p:nvGraphicFramePr>
        <p:xfrm>
          <a:off x="365760" y="777240"/>
          <a:ext cx="8412480" cy="371246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Days Inactive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22,230 (23.8%)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R$3.7M (24.1%)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395 days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URGENT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27,292 (29.2%)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R$3.7M (23.7%)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 days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MAINTAIN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Potential Loyalists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16,044 (17.2%)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R$3.2M (20.9%)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314 days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 CONVERT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Customers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14,984 (16.1%)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R$2.4M (15.9%)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 days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NURTURE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Champions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6,493 (7.0%)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R$2.0M (13.1%)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 days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REWARD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6,315 (6.8%)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R$352K (2.3%)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397 days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ACCEPT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00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= Recency (how recently) + Frequency (how often) + Monetary (how much) — industry standard customer segmentation framework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Recommendations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</a:rPr>
              <a:t>Santhosh Akshit  |  June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109728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8503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8686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At-Risk Customers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18872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personalized SMS/email campaign within 7 days with 15% discount + free shipping for customers inactive 180+ days.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161288"/>
            <a:ext cx="137160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161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30% conversion = R$1.1M recovered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8412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194560"/>
            <a:ext cx="109728" cy="12801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2677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2286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New Buyers to Repeat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60604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welcome series: Day 1 onboarding, Day 7 category recommendation, Day 30 repeat purchase incentive for all new customers.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2578608"/>
            <a:ext cx="1371600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578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30 days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20% conversion = 3,000 new repeat buyers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611880"/>
            <a:ext cx="8412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11880"/>
            <a:ext cx="109728" cy="12801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6850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97280" y="37033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&amp; Grow Champions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40233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loyalty program with early product access, referral rewards, and dedicated support. Upsell premium categories to increase avg order value.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3995928"/>
            <a:ext cx="1371600" cy="274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3995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4343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20% AOV increase = R$400K+ added revenue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1888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github.com/santhoshakshit/customer-intelligence-analytics  |  Tools: Python • SQL • Power BI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543</Words>
  <Application>Microsoft Office PowerPoint</Application>
  <PresentationFormat>On-screen Show (16:9)</PresentationFormat>
  <Paragraphs>102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Intelligence &amp; Growth Analytics</dc:title>
  <dc:subject>PptxGenJS Presentation</dc:subject>
  <dc:creator>Santhosh Akshit</dc:creator>
  <cp:lastModifiedBy>santosh akshit</cp:lastModifiedBy>
  <cp:revision>2</cp:revision>
  <dcterms:created xsi:type="dcterms:W3CDTF">2026-05-29T06:44:09Z</dcterms:created>
  <dcterms:modified xsi:type="dcterms:W3CDTF">2026-05-29T06:49:54Z</dcterms:modified>
</cp:coreProperties>
</file>